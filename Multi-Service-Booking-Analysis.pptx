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entury" panose="02040604050505020304" pitchFamily="18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Saira Medium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95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Multi-Service Booking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end-to-end project transforming raw booking data into actionable business insights through data cleaning, EDA, and interactive Power BI dashboards.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299AD-F67E-CD78-3C0C-E749FBFFF82E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AA234-4EF3-68A0-6D03-947C32DD71F5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CB3AA0-69A7-9C7F-E104-6B5F3E13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1" y="579521"/>
            <a:ext cx="13185576" cy="7402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7CD316-597C-29E2-2D8C-5025454F598F}"/>
              </a:ext>
            </a:extLst>
          </p:cNvPr>
          <p:cNvSpPr txBox="1"/>
          <p:nvPr/>
        </p:nvSpPr>
        <p:spPr>
          <a:xfrm>
            <a:off x="704851" y="95250"/>
            <a:ext cx="13185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entury" panose="02040604050505020304" pitchFamily="18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DASHBOARD</a:t>
            </a:r>
            <a:endParaRPr lang="en-IN" b="1" dirty="0">
              <a:solidFill>
                <a:schemeClr val="bg1"/>
              </a:solidFill>
              <a:latin typeface="Century" panose="02040604050505020304" pitchFamily="18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41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907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5437346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Clean Dataset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885259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raw, inconsistent data into a well-structured format.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032" y="5437346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54078" y="5394841"/>
            <a:ext cx="2894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54078" y="5885259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visually appealing Power BI visualizations.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40133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5204" y="5437346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77249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Business Insights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377249" y="588525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actionable recommendations to decision-makers.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F80E88-7114-F93F-524D-3FA6B05644EC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187" y="782241"/>
            <a:ext cx="5527357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Tools &amp; Skills Utilized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187" y="1804630"/>
            <a:ext cx="552688" cy="552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187" y="2578298"/>
            <a:ext cx="2311003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SQL (PostgreSQL)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260187" y="3056334"/>
            <a:ext cx="2311003" cy="141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cleaning with COALESCE(), removing duplicates, formatting dates.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779" y="1804630"/>
            <a:ext cx="552688" cy="5526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02779" y="2578298"/>
            <a:ext cx="2311122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Power BI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8902779" y="3056334"/>
            <a:ext cx="2311122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cards, slicers, drill-throughs, and Bookmarks.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5491" y="1804630"/>
            <a:ext cx="552688" cy="5526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5491" y="2578298"/>
            <a:ext cx="2311003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Excel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1545491" y="3056334"/>
            <a:ext cx="2311003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review, pivoting, exploratory data analysis.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0187" y="5134451"/>
            <a:ext cx="552688" cy="5526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60187" y="5908119"/>
            <a:ext cx="2311003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Storytelling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6260187" y="6386155"/>
            <a:ext cx="2311003" cy="106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Converting numbers into actionable management insights.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04C34C-0B0C-E109-0EEE-2A815048713F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612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10232"/>
            <a:ext cx="36648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29864" y="3059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Volume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29864" y="3550325"/>
            <a:ext cx="316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1,000 booking records analyzed.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810232"/>
            <a:ext cx="36648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421541" y="30599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1541" y="3550325"/>
            <a:ext cx="316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type, date, price, facility, class type, customer contact, status.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15520"/>
            <a:ext cx="7556421" cy="1352669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29864" y="53651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Types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29864" y="5855613"/>
            <a:ext cx="70570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Mix of dates, numeric values, and categorical fields.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EFDFF0-5B4E-0C99-6392-069368ECD81B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34102"/>
            <a:ext cx="3946684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Revenue Drivers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243013"/>
            <a:ext cx="13525500" cy="738604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13635" y="8659535"/>
            <a:ext cx="157758" cy="157758"/>
          </a:xfrm>
          <a:prstGeom prst="roundRect">
            <a:avLst>
              <a:gd name="adj" fmla="val 11592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632353" y="8659535"/>
            <a:ext cx="1187172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Facility Bookings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54786" y="8659535"/>
            <a:ext cx="157758" cy="157758"/>
          </a:xfrm>
          <a:prstGeom prst="roundRect">
            <a:avLst>
              <a:gd name="adj" fmla="val 11592"/>
            </a:avLst>
          </a:prstGeom>
          <a:solidFill>
            <a:srgbClr val="B045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173504" y="8659535"/>
            <a:ext cx="108251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Bookings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12467" y="8659535"/>
            <a:ext cx="157758" cy="157758"/>
          </a:xfrm>
          <a:prstGeom prst="roundRect">
            <a:avLst>
              <a:gd name="adj" fmla="val 11592"/>
            </a:avLst>
          </a:prstGeom>
          <a:solidFill>
            <a:srgbClr val="FC73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31185" y="8659535"/>
            <a:ext cx="120610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Bookings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810875" y="8659535"/>
            <a:ext cx="157758" cy="157758"/>
          </a:xfrm>
          <a:prstGeom prst="roundRect">
            <a:avLst>
              <a:gd name="adj" fmla="val 11592"/>
            </a:avLst>
          </a:prstGeom>
          <a:solidFill>
            <a:srgbClr val="FDB1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1029593" y="8659535"/>
            <a:ext cx="38421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2450" y="8994815"/>
            <a:ext cx="13525500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Facility and Class bookings drive the majority of revenue. Repeat customers contribute significantly, highlighting the importance of retention.</a:t>
            </a:r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3C1FBC-81EC-AEAC-3BBE-A56A794A94FF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03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Cancellation Patterns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2451973"/>
            <a:ext cx="30480" cy="4374475"/>
          </a:xfrm>
          <a:prstGeom prst="roundRect">
            <a:avLst>
              <a:gd name="adj" fmla="val 669768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1273612" y="2947035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93790" y="270712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749629"/>
            <a:ext cx="340162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83011" y="2678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Peak Hours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183011" y="3169206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cancellation rates during busiest times.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273612" y="4480798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793790" y="424088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4283393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83011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Last-Minute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2183011" y="4702969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cancellations occur close to booking time.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1273612" y="6014561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793790" y="577465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817156"/>
            <a:ext cx="340162" cy="4252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83011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2183011" y="6236732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First-time bookers cancel more frequently than regulars.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DE1D61-46BC-5FDD-9486-69A24B03BAC1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5021"/>
            <a:ext cx="61931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Performance Variations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0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Facility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192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Certain facilities consistently outperform others in both bookings and revenue.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470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performers generate 3x more revenue than bottom performers.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350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Instructor Impact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393192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Popular instructors show lower cancellation rates and higher rebooking.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5224701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 retention directly correlates with customer retention.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3350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Duration Efficiency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3931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Long-duration bookings show lower revenue per minute.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486179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presents a clear optimization opportunity.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DEDF1-22F2-48F4-E26F-E81CDE6AFAE6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526" y="614720"/>
            <a:ext cx="5953958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Recommendations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26" y="1647468"/>
            <a:ext cx="1116449" cy="1643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32898" y="1870710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Optimize Scheduling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32898" y="2353508"/>
            <a:ext cx="6129576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booking during underutilized time slots to reduce cancellations.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26" y="3291364"/>
            <a:ext cx="1116449" cy="133981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32898" y="3514606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Targeted Marketing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32898" y="3997404"/>
            <a:ext cx="61295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efforts on high-retention customer segments.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26" y="4631174"/>
            <a:ext cx="1116449" cy="13398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32898" y="4854416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Loyalty Program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32898" y="5337215"/>
            <a:ext cx="6129576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rewards to repeat customers to enhance retention.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26" y="5970984"/>
            <a:ext cx="1116449" cy="1643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32898" y="6194227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Service Evaluation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2232898" y="6677025"/>
            <a:ext cx="6129576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Investigate low-performing services to improve or replace them.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Directions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347549" y="2861548"/>
            <a:ext cx="33449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Predictive Churn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at-risk bookings before cancellation.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31720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deeper insights into customer behavior patterns.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83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Automated Reporting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real-time dashboards for ongoing monitoring.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Pricing Optimization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dynamic pricing based on demand patterns.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6E01323-5165-3DD8-7968-F60473E1441A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9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Project Takeaways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188369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804398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4151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2905601"/>
            <a:ext cx="50033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Delivered actionable insights for decision-making.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508415"/>
            <a:ext cx="8592860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3551992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006096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3778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Storytelling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269224"/>
            <a:ext cx="639770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Transformed complex data into compelling business narratives.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4872038"/>
            <a:ext cx="7516773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4915614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369719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1424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Technical Skills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5632847"/>
            <a:ext cx="5427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proficiency in SQL, Power BI, and Excel.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4777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showcased the ability to clean messy real-world data and model it effectively.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b="1" i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Looking for exciting internship and entry-level roles in data analytics!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3A566-BD3D-62A3-80AA-4D35B089A85B}"/>
              </a:ext>
            </a:extLst>
          </p:cNvPr>
          <p:cNvSpPr/>
          <p:nvPr/>
        </p:nvSpPr>
        <p:spPr>
          <a:xfrm>
            <a:off x="12858750" y="7753350"/>
            <a:ext cx="1695450" cy="3810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426</Words>
  <Application>Microsoft Office PowerPoint</Application>
  <PresentationFormat>Custom</PresentationFormat>
  <Paragraphs>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Saira Medium</vt:lpstr>
      <vt:lpstr>Roboto</vt:lpstr>
      <vt:lpstr>Century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TSK1092</cp:lastModifiedBy>
  <cp:revision>2</cp:revision>
  <dcterms:created xsi:type="dcterms:W3CDTF">2025-04-14T09:57:50Z</dcterms:created>
  <dcterms:modified xsi:type="dcterms:W3CDTF">2025-04-14T10:11:39Z</dcterms:modified>
</cp:coreProperties>
</file>